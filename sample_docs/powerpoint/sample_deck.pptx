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Infrastructure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Engineering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Migrated 60% of services to the new cluster</a:t>
            </a:r>
          </a:p>
          <a:p>
            <a:pPr>
              <a:defRPr sz="1800"/>
            </a:pPr>
            <a:r>
              <a:t>Reduced p95 latency by 18%</a:t>
            </a:r>
          </a:p>
          <a:p>
            <a:pPr>
              <a:defRPr sz="1800"/>
            </a:pPr>
            <a:r>
              <a:t>3 incidents resolved within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Uptime by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Uptime trended upward across all three measured quarters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migration by Q4</a:t>
            </a:r>
          </a:p>
          <a:p>
            <a:pPr>
              <a:defRPr sz="1800"/>
            </a:pPr>
            <a:r>
              <a:t>Run load test in staging</a:t>
            </a:r>
          </a:p>
          <a:p>
            <a:pPr>
              <a:defRPr sz="1800"/>
            </a:pPr>
            <a:r>
              <a:t>Publish updated runbook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